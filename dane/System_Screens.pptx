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2" r:id="rId6"/>
    <p:sldId id="256" r:id="rId7"/>
    <p:sldId id="257" r:id="rId8"/>
    <p:sldId id="258" r:id="rId9"/>
    <p:sldId id="261" r:id="rId10"/>
    <p:sldId id="260" r:id="rId11"/>
    <p:sldId id="263" r:id="rId12"/>
    <p:sldId id="264" r:id="rId13"/>
    <p:sldId id="265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BB759A-EAB7-FFAC-052A-690762D36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938639B-7843-9B10-4883-45213D050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1F51FB6-8214-5B57-1FD2-52653290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7864FFC-E299-9955-9E08-48481AB3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67BF23F-995E-6AA6-D3E6-9CCB5D9C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82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1E6D83-E285-07D9-9CBA-BCF8A692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7FD9C1-150E-8135-EB6E-45EEE724B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A35C606-C342-E04D-6BC6-BA9E33A3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69D2CF8-ED32-6D2E-BC00-AFD2A407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C50C7B3-88AB-6C71-6895-31353270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12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4D8915-94A5-3363-CEAE-B8C1BA319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82B4559-2A3A-3E03-0B45-546D0CCA2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4F18E77-2777-23F2-778B-011B7AAF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738AB7D-A13F-62AB-C271-EC6C4928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703E27-C472-65BB-23F0-3744E4463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8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250438-DC66-ED44-6005-2CBCC5B6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B1C4E7-A761-783D-F7C6-C5AA69BE1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5B0621E-4F72-4B8D-732D-7BF32AEB0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5C41078-9DE5-0D51-1810-E7B0AC3EC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6D32471-AB58-3BF2-E624-542CB7B0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1A0E66E-03B1-6D6A-3E4C-3E71AC33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3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05D818-7547-8F49-27B1-698E2B20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08A4DB8-978B-8E8E-AB3C-EE009BA28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E63BDA1-1812-4499-23E7-322A26F53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2173C94-C49F-5256-E20A-2242B45CB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6050F8C-9C8F-7813-80C6-6F6BA3164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12952F8-22B1-2B02-26F8-22061C15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1135F69F-CADD-DA8C-C917-8869BD420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3C4C5B1-FA58-9CBB-90EA-F7C1143E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3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25D4C4-92B5-2911-5AD9-FFCC1C24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9D710E2-2EC9-F31E-1821-ADAAAA56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FC14A91-C756-6690-E983-A689168F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1668BCA-E2CE-C5FF-34AC-56461DEE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7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5FFDB64E-625A-A494-C261-42D4301CD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8D41320-3C49-B7F9-7B29-E37621D3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012122E-2B0B-98B6-6C52-9686E695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CFA126-001F-6C16-A1EF-51AB2D362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BBB7FB-C9E8-E08D-3B7F-BE2710C09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75E7A6C-FB58-6657-0FF1-272DD2983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90CDE5E-98DD-D021-4AFE-1DC9E4CA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F7C9A67-8083-B572-3F89-3183EC54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2F49210-16AC-2D19-67BB-3808EC95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0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72ED65-42B4-8457-31A8-CF235F8A2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C547302-A2A8-B1F4-D960-DFE9746B1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A2E5791-D360-A776-4587-9E1C8CBA0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3FA1BB3-76F6-AB96-AD73-4EE082EC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14F4206-F731-F494-7612-784FE5ED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D5F8396-575F-3A52-F5F0-966557D3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39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C49D7D-0312-6122-DB9B-E35A19FE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0A90530-702E-FC43-BD70-954458D45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C2A6C8-CCE5-1B94-5666-1944D7FC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F21AF3-ADBE-FAD2-C9CD-6BFB33C5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A54C93F-B318-AFA5-9ED4-21459844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5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FE6EC35-F10F-FD23-808A-383C16C10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3ABC68A-03FC-331C-0458-70E067D43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D3EBA1A-59B1-1D1E-72B0-E604B26C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8E0CAA-4B1A-58C0-43D6-4FF16265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344285E-0A98-97EA-BD2F-F9FA80EE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7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5E04F4F-40FC-6F00-9DEA-C328DD337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219FE08-E1E0-A647-12C0-0410AD9C7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818F380-555D-D291-B6B9-5E42F9034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1C653-13DA-46F1-9464-B7AAB9ED677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714625-F916-4326-FEC7-D8757805D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7DFCA9D-42FD-9FA3-DA51-0EC58ADF8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261C6-79A8-4955-8944-0CF0A370697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_confidentiality">
            <a:extLst>
              <a:ext uri="{FF2B5EF4-FFF2-40B4-BE49-F238E27FC236}">
                <a16:creationId xmlns:a16="http://schemas.microsoft.com/office/drawing/2014/main" id="{65C2D83A-4097-2813-5A3A-4EC0708E8073}"/>
              </a:ext>
            </a:extLst>
          </p:cNvPr>
          <p:cNvSpPr/>
          <p:nvPr userDrawn="1"/>
        </p:nvSpPr>
        <p:spPr>
          <a:xfrm>
            <a:off x="6588224" y="169200"/>
            <a:ext cx="2160000" cy="365125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90179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BE04-6EF1-67F1-E0B3-26F807ED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mapa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1F099AB3-9D8A-7DF6-0AEE-232FA191E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590"/>
            <a:ext cx="12192000" cy="653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4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8F171-7E3D-9995-647E-79C0B483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diagram, oprogramowanie&#10;&#10;Zawartość wygenerowana przez AI może być niepoprawna.">
            <a:extLst>
              <a:ext uri="{FF2B5EF4-FFF2-40B4-BE49-F238E27FC236}">
                <a16:creationId xmlns:a16="http://schemas.microsoft.com/office/drawing/2014/main" id="{2D5811FC-F4CA-2225-29C7-FDE8388AF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67"/>
            <a:ext cx="12192000" cy="656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tekst, zrzut ekranu, diagram, mapa&#10;&#10;Zawartość wygenerowana przez AI może być niepoprawna.">
            <a:extLst>
              <a:ext uri="{FF2B5EF4-FFF2-40B4-BE49-F238E27FC236}">
                <a16:creationId xmlns:a16="http://schemas.microsoft.com/office/drawing/2014/main" id="{26FFF3A6-19D3-4CED-535B-520008E8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950"/>
            <a:ext cx="12192000" cy="64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0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2C00-1EA4-26BA-E435-D9A53C9D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diagram, oprogramowanie&#10;&#10;Zawartość wygenerowana przez AI może być niepoprawna.">
            <a:extLst>
              <a:ext uri="{FF2B5EF4-FFF2-40B4-BE49-F238E27FC236}">
                <a16:creationId xmlns:a16="http://schemas.microsoft.com/office/drawing/2014/main" id="{B0C38CA2-6A88-0C25-BC70-3E7309FBF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9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5D02-2F6D-69F7-A3CF-4E5F9F50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A51C7481-592C-EEB6-3880-6EEBC82B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392"/>
            <a:ext cx="12192000" cy="650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83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DFE9C-3C7C-F6D1-60D2-45E2140D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wyświetlacz, diagram&#10;&#10;Zawartość wygenerowana przez AI może być niepoprawna.">
            <a:extLst>
              <a:ext uri="{FF2B5EF4-FFF2-40B4-BE49-F238E27FC236}">
                <a16:creationId xmlns:a16="http://schemas.microsoft.com/office/drawing/2014/main" id="{A6BB4CF7-7076-9DF5-4560-94FEF1069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084"/>
            <a:ext cx="12192000" cy="650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4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6854-2450-B642-51F8-8AE21F58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diagram, mapa&#10;&#10;Zawartość wygenerowana przez AI może być niepoprawna.">
            <a:extLst>
              <a:ext uri="{FF2B5EF4-FFF2-40B4-BE49-F238E27FC236}">
                <a16:creationId xmlns:a16="http://schemas.microsoft.com/office/drawing/2014/main" id="{92B9D50E-6946-02B6-CC83-54076A3A1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664"/>
            <a:ext cx="12192000" cy="650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6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A7D5-36A0-0037-A818-6F552524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diagram, oprogramowanie&#10;&#10;Zawartość wygenerowana przez AI może być niepoprawna.">
            <a:extLst>
              <a:ext uri="{FF2B5EF4-FFF2-40B4-BE49-F238E27FC236}">
                <a16:creationId xmlns:a16="http://schemas.microsoft.com/office/drawing/2014/main" id="{D0E89949-5131-331C-CD2F-F3EAF30B5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327"/>
            <a:ext cx="12192000" cy="653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15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62523-5C33-20AA-C0A5-CAF93924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diagram, wyświetlacz&#10;&#10;Zawartość wygenerowana przez AI może być niepoprawna.">
            <a:extLst>
              <a:ext uri="{FF2B5EF4-FFF2-40B4-BE49-F238E27FC236}">
                <a16:creationId xmlns:a16="http://schemas.microsoft.com/office/drawing/2014/main" id="{37E6A751-CE1A-9D49-17E4-53DDE48C2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69"/>
            <a:ext cx="12192000" cy="650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32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1F65-C264-1402-DDAD-8B9E66D1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diagram, Plan&#10;&#10;Zawartość wygenerowana przez AI może być niepoprawna.">
            <a:extLst>
              <a:ext uri="{FF2B5EF4-FFF2-40B4-BE49-F238E27FC236}">
                <a16:creationId xmlns:a16="http://schemas.microsoft.com/office/drawing/2014/main" id="{2C6F40B3-37F0-A7FC-FD6B-2024FC8B8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254"/>
            <a:ext cx="12192000" cy="650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79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339A-9371-63FD-55C4-52F9DAFD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wyświetlacz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732F9D62-F1AB-D741-06E4-B4E368137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657"/>
            <a:ext cx="12192000" cy="659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62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9E6E-7DF4-2832-768A-4DC670AB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98165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7D8273FF79F254A9F3E8FC6E4CE0A40" ma:contentTypeVersion="3" ma:contentTypeDescription="Utwórz nowy dokument." ma:contentTypeScope="" ma:versionID="548690613054facacf0d8ad76863602f">
  <xsd:schema xmlns:xsd="http://www.w3.org/2001/XMLSchema" xmlns:xs="http://www.w3.org/2001/XMLSchema" xmlns:p="http://schemas.microsoft.com/office/2006/metadata/properties" xmlns:ns2="ff1bd0dd-da00-48b4-8503-c49ef6f43dd0" targetNamespace="http://schemas.microsoft.com/office/2006/metadata/properties" ma:root="true" ma:fieldsID="f6f21a785b5a21e5e8c74a0369040cee" ns2:_="">
    <xsd:import namespace="ff1bd0dd-da00-48b4-8503-c49ef6f43d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1bd0dd-da00-48b4-8503-c49ef6f43d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4A0921-F423-41FD-98BE-435FA81941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D96F61-2F23-41D5-87F1-92B99F98748A}">
  <ds:schemaRefs>
    <ds:schemaRef ds:uri="ff1bd0dd-da00-48b4-8503-c49ef6f43dd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703FA2A-2FB4-4E48-9090-B7655392A02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Motyw pakietu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Pawel Kalbarczyk</dc:creator>
  <cp:revision>5</cp:revision>
  <dcterms:created xsi:type="dcterms:W3CDTF">2026-03-16T10:53:28Z</dcterms:created>
  <dcterms:modified xsi:type="dcterms:W3CDTF">2026-05-18T20:52:14Z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ValmetConfidentiality">
    <vt:lpwstr>INTERNAL</vt:lpwstr>
  </property>
  <property fmtid="{D5CDD505-2E9C-101B-9397-08002B2CF9AE}" pid="3" name="ContentTypeId">
    <vt:lpwstr>0x01010027D8273FF79F254A9F3E8FC6E4CE0A40</vt:lpwstr>
  </property>
</Properties>
</file>